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AC158-AE64-408B-A43E-FF35FDD52E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058861-73B1-4A72-9E76-B14559C662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940665-0B54-4D3B-97B2-58EF7C5D0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780E0-4399-4655-8EDD-4D142D62813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8EBE2D-5FAF-4F61-9BC4-54CFA85E8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A7DAF-F9C7-4CCD-AC0B-548A114C4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E3E83-E0E7-40C5-870E-F9ABC875C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7773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450A9-AA42-4CCB-A425-4A080A8D0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7AD1E-B201-4F09-9E92-1CCC2909AA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C9D04D-525E-4009-9000-F98DFFC3F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780E0-4399-4655-8EDD-4D142D62813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6CB3D0-2E99-4CFF-BF34-2B0232A47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76DA35-F8D6-40AA-95A5-EAD799453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E3E83-E0E7-40C5-870E-F9ABC875C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7378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534E2-CA61-4646-ACF5-D1619EFE1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A8ED1-6223-43C2-BF34-177F64B50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2D14B-3BBF-47C5-9825-89268837F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780E0-4399-4655-8EDD-4D142D62813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43710-4AB7-4701-9A27-E5D8D45D0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FD5B4A-C631-447F-9BA3-797B6DBD6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E3E83-E0E7-40C5-870E-F9ABC875C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2551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FBAB0-1FAA-4C4C-AEA6-B1021B503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0E858-B3E5-45FC-B00B-8008C9849A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698D28-7A1C-4B2A-93C3-AA7ACCF781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99682F-41B9-4FD5-8063-6B041942A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780E0-4399-4655-8EDD-4D142D62813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CFA0BD-FACA-45B1-8DF5-B73CCD479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D375F0-C635-4672-81FB-75E4D6EAF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E3E83-E0E7-40C5-870E-F9ABC875C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6673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41631-7D97-48A5-BF31-68EB42AA5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94CB25-7778-4222-8F02-3ED6FE7B0F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B13AC5-33E7-49C1-826B-9299D8E4A8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DF7DE7-CBF9-438A-9904-24FA5DBA28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FEA4E0-EBE4-48B9-AECF-5B07D026ED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E3CBD0-AE07-4F9A-816E-3624F4D10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780E0-4399-4655-8EDD-4D142D62813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109297-BB8D-434E-83F4-6CD1B91A5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4A9DD7-F6D8-45FA-81EA-16750187C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E3E83-E0E7-40C5-870E-F9ABC875C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3771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26FA4-6147-496D-BC2A-61DC18CA6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00447D-9E9B-4B29-AA89-8973B4CC5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780E0-4399-4655-8EDD-4D142D62813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E4D116-7C7B-4A9E-B316-C9BC6A2AC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495ECD-05E6-44D0-8CC1-CFE095FB2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E3E83-E0E7-40C5-870E-F9ABC875C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1502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2B9778-7C6B-4095-BED5-EB53AC3C7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780E0-4399-4655-8EDD-4D142D62813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C04EA-367A-48AE-B055-E6A0338AD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0E1FA2-F246-4E08-B946-6627C5F67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E3E83-E0E7-40C5-870E-F9ABC875C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5192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FEBCB-7E34-44D6-A376-08D665C15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4A703-B912-4B42-8508-97301C3AA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D7E52C-F701-4E79-8BE9-B8D3CF7969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99799D-E71C-4475-86D8-ED26BA6C1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780E0-4399-4655-8EDD-4D142D62813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55EC64-BC68-46A3-A249-398658581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5EBAB2-F0C6-48E8-81EA-A10E0B041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E3E83-E0E7-40C5-870E-F9ABC875C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2712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36C40-DF07-4C51-A84B-E9E45E799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6A0278-99A5-4C58-AF14-7D8E5172AF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D96B2E-42FD-41B5-8FE1-5D6268FA55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17BC76-4A6B-4885-95EB-A6A7A20E1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780E0-4399-4655-8EDD-4D142D62813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E4BB9A-127E-40A1-A529-9A0B32AAF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FE545A-42DF-4FAA-A6B7-828C94036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E3E83-E0E7-40C5-870E-F9ABC875C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2320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402EC-7837-4D8C-8679-4EC31860B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EFAEF4-361B-44BA-B2BA-7021452D97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10A25-7C08-4249-879D-8160868EE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780E0-4399-4655-8EDD-4D142D62813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16DAD-3A6B-4EBE-8043-231FFC4CF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7E628-1683-48BD-87BA-97697406E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E3E83-E0E7-40C5-870E-F9ABC875C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7144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BBACF9-9B1E-4352-80E3-1C131D9548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40037C-D4A4-4072-A1E1-7F75AB53E7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A75906-6340-498B-BBEC-180C3DEFE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780E0-4399-4655-8EDD-4D142D62813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0C88D-0FD5-4903-90A6-6E8CF7AEF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1CF4E-291C-45E8-9D02-ED4C7D037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E3E83-E0E7-40C5-870E-F9ABC875C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8760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DBD085-C840-4C5B-B8DC-F928141BF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4298F7-F30E-41AB-A8DD-85BDAF96AE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8CFB0-184B-4D1F-AD2C-6678356006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7780E0-4399-4655-8EDD-4D142D62813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CC417F-8E63-4A31-B4D3-A1E34CC061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68A15C-3AA2-4C8B-8989-A5AAAD8BC4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4E3E83-E0E7-40C5-870E-F9ABC875C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9259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22A118-A859-4491-8D80-1DCDA57BBC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7925" y="0"/>
            <a:ext cx="26761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039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C1DBF7C-03ED-48FC-AA0C-64C0206E0A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2969087"/>
              </p:ext>
            </p:extLst>
          </p:nvPr>
        </p:nvGraphicFramePr>
        <p:xfrm>
          <a:off x="1060622" y="0"/>
          <a:ext cx="10070756" cy="6858000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1258385">
                  <a:extLst>
                    <a:ext uri="{9D8B030D-6E8A-4147-A177-3AD203B41FA5}">
                      <a16:colId xmlns:a16="http://schemas.microsoft.com/office/drawing/2014/main" val="3943759918"/>
                    </a:ext>
                  </a:extLst>
                </a:gridCol>
                <a:gridCol w="1467935">
                  <a:extLst>
                    <a:ext uri="{9D8B030D-6E8A-4147-A177-3AD203B41FA5}">
                      <a16:colId xmlns:a16="http://schemas.microsoft.com/office/drawing/2014/main" val="1077766698"/>
                    </a:ext>
                  </a:extLst>
                </a:gridCol>
                <a:gridCol w="1479047">
                  <a:extLst>
                    <a:ext uri="{9D8B030D-6E8A-4147-A177-3AD203B41FA5}">
                      <a16:colId xmlns:a16="http://schemas.microsoft.com/office/drawing/2014/main" val="682940381"/>
                    </a:ext>
                  </a:extLst>
                </a:gridCol>
                <a:gridCol w="1502860">
                  <a:extLst>
                    <a:ext uri="{9D8B030D-6E8A-4147-A177-3AD203B41FA5}">
                      <a16:colId xmlns:a16="http://schemas.microsoft.com/office/drawing/2014/main" val="761581899"/>
                    </a:ext>
                  </a:extLst>
                </a:gridCol>
                <a:gridCol w="1479047">
                  <a:extLst>
                    <a:ext uri="{9D8B030D-6E8A-4147-A177-3AD203B41FA5}">
                      <a16:colId xmlns:a16="http://schemas.microsoft.com/office/drawing/2014/main" val="848168396"/>
                    </a:ext>
                  </a:extLst>
                </a:gridCol>
                <a:gridCol w="1372685">
                  <a:extLst>
                    <a:ext uri="{9D8B030D-6E8A-4147-A177-3AD203B41FA5}">
                      <a16:colId xmlns:a16="http://schemas.microsoft.com/office/drawing/2014/main" val="3944474238"/>
                    </a:ext>
                  </a:extLst>
                </a:gridCol>
                <a:gridCol w="1510797">
                  <a:extLst>
                    <a:ext uri="{9D8B030D-6E8A-4147-A177-3AD203B41FA5}">
                      <a16:colId xmlns:a16="http://schemas.microsoft.com/office/drawing/2014/main" val="2898435068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/>
                        <a:t>Feature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/>
                        <a:t>FLAN-T5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 err="1"/>
                        <a:t>DistilBERT</a:t>
                      </a:r>
                      <a:r>
                        <a:rPr lang="en-IN" sz="1200" b="1" dirty="0"/>
                        <a:t> (</a:t>
                      </a:r>
                      <a:r>
                        <a:rPr lang="en-IN" sz="1200" b="1" dirty="0" err="1"/>
                        <a:t>SQuAD</a:t>
                      </a:r>
                      <a:r>
                        <a:rPr lang="en-IN" sz="1200" b="1" dirty="0"/>
                        <a:t>)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/>
                        <a:t>GPT-2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/>
                        <a:t>BERT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/>
                        <a:t>T5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/>
                        <a:t>BART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246305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lang="en-IN" sz="1100" b="1" dirty="0"/>
                        <a:t>Model Size (Base)</a:t>
                      </a:r>
                      <a:endParaRPr lang="en-IN" sz="1100" dirty="0"/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250M params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66M params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124M params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110M params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220M params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140M params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69712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lang="en-IN" sz="1100" b="1" dirty="0"/>
                        <a:t>Type</a:t>
                      </a:r>
                      <a:endParaRPr lang="en-IN" sz="1100" dirty="0"/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Seq2Seq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Encoder-only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Decoder-only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Encoder-only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Seq2Seq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Seq2Seq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0729279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lang="en-IN" sz="1100" b="1"/>
                        <a:t>Primary Use</a:t>
                      </a:r>
                      <a:endParaRPr lang="en-IN" sz="1100"/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Instruction following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Extractive Q&amp;A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Text generation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Understanding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Text-to-text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Summarization/Generation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1015046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lang="en-IN" sz="1100" b="1"/>
                        <a:t>Requires Context?</a:t>
                      </a:r>
                      <a:endParaRPr lang="en-IN" sz="1100"/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❌ No (Optional)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✅ Yes (Required)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❌ No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✅ Yes (Required)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❌ No (Optional)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❌ No (Optional)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2486789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lang="en-IN" sz="1100" b="1"/>
                        <a:t>Open-Domain Q&amp;A</a:t>
                      </a:r>
                      <a:endParaRPr lang="en-IN" sz="1100"/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⭐⭐⭐⭐⭐ Excellent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⭐⭐ Poor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⭐⭐⭐ Good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⭐⭐ Poor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⭐⭐⭐⭐ Very Good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⭐⭐⭐⭐ Very Good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470717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lang="en-IN" sz="1100" b="1"/>
                        <a:t>Context-Based Q&amp;A</a:t>
                      </a:r>
                      <a:endParaRPr lang="en-IN" sz="1100"/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⭐⭐⭐⭐⭐ Excellent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⭐⭐⭐⭐⭐ Excellent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⭐⭐⭐ Good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⭐⭐⭐⭐⭐ Excellent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⭐⭐⭐⭐ Very Good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⭐⭐⭐⭐ Very Good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3784248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lang="en-IN" sz="1100" b="1"/>
                        <a:t>Conversational</a:t>
                      </a:r>
                      <a:endParaRPr lang="en-IN" sz="1100"/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⭐⭐⭐⭐ Very Good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⭐⭐ Poor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⭐⭐⭐⭐⭐ Excellent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⭐ Very Poor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⭐⭐⭐ Good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⭐⭐⭐⭐ Very Good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60397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lang="en-IN" sz="1100" b="1"/>
                        <a:t>Factual Accuracy</a:t>
                      </a:r>
                      <a:endParaRPr lang="en-IN" sz="1100"/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⭐⭐⭐⭐⭐ Excellent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⭐⭐⭐⭐⭐ Excellent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⭐⭐⭐ Good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⭐⭐⭐⭐ Very Good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⭐⭐⭐⭐ Very Good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⭐⭐⭐⭐ Very Good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6033714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lang="en-IN" sz="1100" b="1"/>
                        <a:t>Speed (Inference)</a:t>
                      </a:r>
                      <a:endParaRPr lang="en-IN" sz="1100"/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⭐⭐⭐ Medium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⭐⭐⭐⭐⭐ Very Fast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⭐⭐⭐⭐ Fast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⭐⭐⭐⭐⭐ Very Fast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⭐⭐⭐ Medium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⭐⭐⭐ Medium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413985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lang="en-IN" sz="1100" b="1"/>
                        <a:t>Memory Usage</a:t>
                      </a:r>
                      <a:endParaRPr lang="en-IN" sz="1100"/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~1.5 GB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~500 MB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~700 MB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~600 MB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~1.3 GB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~800 MB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176318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lang="en-IN" sz="1100" b="1"/>
                        <a:t>Colab Free Tier</a:t>
                      </a:r>
                      <a:endParaRPr lang="en-IN" sz="1100"/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✅ Works Great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✅ Works Great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✅ Works Great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✅ Works Great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✅ Works Great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✅ Works Great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0018115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lang="en-IN" sz="1100" b="1"/>
                        <a:t>Setup Difficulty</a:t>
                      </a:r>
                      <a:endParaRPr lang="en-IN" sz="1100"/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⭐ Very Easy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⭐⭐ Easy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⭐ Very Easy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⭐⭐ Easy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⭐⭐ Easy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⭐⭐ Easy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639017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lang="en-IN" sz="1100" b="1"/>
                        <a:t>Training Data</a:t>
                      </a:r>
                      <a:endParaRPr lang="en-IN" sz="1100"/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1.8T tokens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SQuAD dataset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WebText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BookCorpus + Wikipedia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C4 dataset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News + Books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546532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lang="en-IN" sz="1100" b="1"/>
                        <a:t>Release Year</a:t>
                      </a:r>
                      <a:endParaRPr lang="en-IN" sz="1100"/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2022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2019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2019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2018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2020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2019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1082106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lang="en-IN" sz="1100" b="1"/>
                        <a:t>Output Format</a:t>
                      </a:r>
                      <a:endParaRPr lang="en-IN" sz="1100"/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Natural text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Extracted span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Generated text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Classification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Natural text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Natural text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5463287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lang="en-IN" sz="1100" b="1"/>
                        <a:t>Creativity</a:t>
                      </a:r>
                      <a:endParaRPr lang="en-IN" sz="1100"/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⭐⭐⭐ Moderate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⭐ Very Low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⭐⭐⭐⭐⭐ Very High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⭐ Very Low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⭐⭐⭐ Moderate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⭐⭐⭐⭐ High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2494676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lang="en-IN" sz="1100" b="1" dirty="0"/>
                        <a:t>Hallucination Risk</a:t>
                      </a:r>
                      <a:endParaRPr lang="en-IN" sz="1100" dirty="0"/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⭐⭐ Low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⭐ Very Low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⭐⭐⭐⭐ High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⭐ Very Low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⭐⭐ Low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⭐⭐⭐ Medium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1151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16912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291</Words>
  <Application>Microsoft Office PowerPoint</Application>
  <PresentationFormat>Widescreen</PresentationFormat>
  <Paragraphs>126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Ayush Gupta</dc:creator>
  <cp:lastModifiedBy>Ayush Gupta</cp:lastModifiedBy>
  <cp:revision>1</cp:revision>
  <dcterms:created xsi:type="dcterms:W3CDTF">2026-02-08T17:14:32Z</dcterms:created>
  <dcterms:modified xsi:type="dcterms:W3CDTF">2026-02-08T17:19:30Z</dcterms:modified>
</cp:coreProperties>
</file>